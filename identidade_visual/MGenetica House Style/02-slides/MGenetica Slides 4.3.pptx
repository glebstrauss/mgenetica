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</Relationships>
</file>

<file path=ppt/slides/_rels/slide1.xml.rels><?xml version="1.0" encoding="UTF-8" standalone="yes"?>
<Relationships xmlns="http://schemas.openxmlformats.org/package/2006/relationships">
  <Relationship Id="rIdLogo" Type="http://schemas.openxmlformats.org/officeDocument/2006/relationships/image" Target="../media/logo.png"/>
</Relationships>
</file>

<file path=ppt/slides/_rels/slide2.xml.rels><?xml version="1.0" encoding="UTF-8" standalone="yes"?>
<Relationships xmlns="http://schemas.openxmlformats.org/package/2006/relationships">
  <Relationship Id="rIdLogo" Type="http://schemas.openxmlformats.org/officeDocument/2006/relationships/image" Target="../media/logo.png"/>
</Relationships>
</file>

<file path=ppt/slides/_rels/slide3.xml.rels><?xml version="1.0" encoding="UTF-8" standalone="yes"?>
<Relationships xmlns="http://schemas.openxmlformats.org/package/2006/relationships">
  <Relationship Id="rIdLogo" Type="http://schemas.openxmlformats.org/officeDocument/2006/relationships/image" Target="../media/logo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Pr/>
      <p:sp>
        <p:nvSpPr>
          <p:cNvPr id="2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F38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650000" y="52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300" dirty="0">
                <a:b/>
                <a:solidFill>
                  <a:srgbClr val="00A8D6"/>
                </a:solidFill>
                <a:latin typeface="DM Sans"/>
              </a:rPr>
              <a:t>MGenética</a:t>
            </a:r>
          </a:p>
        </p:txBody>
      </p:sp>
      <p:sp>
        <p:nvSpPr>
          <p:cNvPr id="4" name="Text 4"/>
          <p:cNvSpPr/>
          <p:nvPr/>
        </p:nvSpPr>
        <p:spPr>
          <a:xfrm>
            <a:off x="650000" y="1450000"/>
            <a:ext cx="54864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100" dirty="0">
                <a:b/>
                <a:solidFill>
                  <a:srgbClr val="FFFFFF"/>
                </a:solidFill>
                <a:latin typeface="DM Sans"/>
              </a:rPr>
              <a:t>Ciência aplicada ao rebanho.</a:t>
            </a:r>
          </a:p>
        </p:txBody>
      </p:sp>
      <p:sp>
        <p:nvSpPr>
          <p:cNvPr id="5" name="Text 5"/>
          <p:cNvSpPr/>
          <p:nvPr/>
        </p:nvSpPr>
        <p:spPr>
          <a:xfrm>
            <a:off x="650000" y="3050000"/>
            <a:ext cx="530352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50" dirty="0">
                <a:solidFill>
                  <a:srgbClr val="D6F1F9"/>
                </a:solidFill>
                <a:latin typeface="DM Sans"/>
              </a:rPr>
              <a:t>Curso, consultoria e comunicação técnica.</a:t>
            </a:r>
          </a:p>
        </p:txBody>
      </p:sp>
      <p:pic>
        <p:nvPicPr>
          <p:cNvPr id="6" name="Logo MGenética"/>
          <p:cNvPicPr/>
          <p:nvPr/>
        </p:nvPicPr>
        <p:blipFill>
          <a:blip r:embed="rIdLogo"/>
          <a:stretch>
            <a:fillRect/>
          </a:stretch>
        </p:blipFill>
        <p:spPr>
          <a:xfrm>
            <a:off x="6400800" y="1371600"/>
            <a:ext cx="1645920" cy="1645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Pr/>
      <p:sp>
        <p:nvSpPr>
          <p:cNvPr id="2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650000" y="52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300" dirty="0">
                <a:b/>
                <a:solidFill>
                  <a:srgbClr val="00A8D6"/>
                </a:solidFill>
                <a:latin typeface="DM Sans"/>
              </a:rPr>
              <a:t>MGenética</a:t>
            </a:r>
          </a:p>
        </p:txBody>
      </p:sp>
      <p:sp>
        <p:nvSpPr>
          <p:cNvPr id="4" name="Text 4"/>
          <p:cNvSpPr/>
          <p:nvPr/>
        </p:nvSpPr>
        <p:spPr>
          <a:xfrm>
            <a:off x="650000" y="1450000"/>
            <a:ext cx="54864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100" dirty="0">
                <a:b/>
                <a:solidFill>
                  <a:srgbClr val="0A1F38"/>
                </a:solidFill>
                <a:latin typeface="DM Sans"/>
              </a:rPr>
              <a:t>Componentes de variância</a:t>
            </a:r>
          </a:p>
        </p:txBody>
      </p:sp>
      <p:sp>
        <p:nvSpPr>
          <p:cNvPr id="5" name="Text 5"/>
          <p:cNvSpPr/>
          <p:nvPr/>
        </p:nvSpPr>
        <p:spPr>
          <a:xfrm>
            <a:off x="650000" y="3050000"/>
            <a:ext cx="530352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50" dirty="0">
                <a:solidFill>
                  <a:srgbClr val="5A7391"/>
                </a:solidFill>
                <a:latin typeface="DM Sans"/>
              </a:rPr>
              <a:t>Separar efeito genético e ambiente muda a decisão de seleção.</a:t>
            </a:r>
          </a:p>
        </p:txBody>
      </p:sp>
      <p:pic>
        <p:nvPicPr>
          <p:cNvPr id="6" name="Logo MGenética"/>
          <p:cNvPicPr/>
          <p:nvPr/>
        </p:nvPicPr>
        <p:blipFill>
          <a:blip r:embed="rIdLogo"/>
          <a:stretch>
            <a:fillRect/>
          </a:stretch>
        </p:blipFill>
        <p:spPr>
          <a:xfrm>
            <a:off x="6400800" y="1371600"/>
            <a:ext cx="1645920" cy="1645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Pr/>
      <p:sp>
        <p:nvSpPr>
          <p:cNvPr id="2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/>
          <p:nvPr/>
        </p:nvSpPr>
        <p:spPr>
          <a:xfrm>
            <a:off x="650000" y="52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300" dirty="0">
                <a:b/>
                <a:solidFill>
                  <a:srgbClr val="00A8D6"/>
                </a:solidFill>
                <a:latin typeface="DM Sans"/>
              </a:rPr>
              <a:t>MGenética</a:t>
            </a:r>
          </a:p>
        </p:txBody>
      </p:sp>
      <p:sp>
        <p:nvSpPr>
          <p:cNvPr id="4" name="Text 4"/>
          <p:cNvSpPr/>
          <p:nvPr/>
        </p:nvSpPr>
        <p:spPr>
          <a:xfrm>
            <a:off x="650000" y="1450000"/>
            <a:ext cx="5486400" cy="1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100" dirty="0">
                <a:b/>
                <a:solidFill>
                  <a:srgbClr val="0A1F38"/>
                </a:solidFill>
                <a:latin typeface="DM Sans"/>
              </a:rPr>
              <a:t>Da herdabilidade ao ganho genético</a:t>
            </a:r>
          </a:p>
        </p:txBody>
      </p:sp>
      <p:sp>
        <p:nvSpPr>
          <p:cNvPr id="5" name="Text 5"/>
          <p:cNvSpPr/>
          <p:nvPr/>
        </p:nvSpPr>
        <p:spPr>
          <a:xfrm>
            <a:off x="650000" y="3050000"/>
            <a:ext cx="530352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50" dirty="0">
                <a:solidFill>
                  <a:srgbClr val="5A7391"/>
                </a:solidFill>
                <a:latin typeface="DM Sans"/>
              </a:rPr>
              <a:t>Interprete parâmetro, incerteza e consequência prática antes de recomendar.</a:t>
            </a:r>
          </a:p>
        </p:txBody>
      </p:sp>
      <p:pic>
        <p:nvPicPr>
          <p:cNvPr id="6" name="Logo MGenética"/>
          <p:cNvPicPr/>
          <p:nvPr/>
        </p:nvPicPr>
        <p:blipFill>
          <a:blip r:embed="rIdLogo"/>
          <a:stretch>
            <a:fillRect/>
          </a:stretch>
        </p:blipFill>
        <p:spPr>
          <a:xfrm>
            <a:off x="6400800" y="1371600"/>
            <a:ext cx="1645920" cy="1645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MGenética House Style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MGenética Slides</dc:title>
  <dc:creator>MGenética</dc:creator>
</cp:coreProperties>
</file>